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8" r:id="rId3"/>
    <p:sldId id="259"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958D50-CADA-4034-8A17-412DF7E9A5A4}" v="22" dt="2026-05-08T09:17:34.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99" autoAdjust="0"/>
    <p:restoredTop sz="94660"/>
  </p:normalViewPr>
  <p:slideViewPr>
    <p:cSldViewPr snapToGrid="0">
      <p:cViewPr varScale="1">
        <p:scale>
          <a:sx n="78" d="100"/>
          <a:sy n="78" d="100"/>
        </p:scale>
        <p:origin x="13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5/8/2026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5/8/2026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5/8/2026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5/8/2026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5/8/2026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5/8/2026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5/8/2026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5/8/2026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A8147-DB7D-8B2C-31F3-82C5110B1F03}"/>
              </a:ext>
            </a:extLst>
          </p:cNvPr>
          <p:cNvSpPr>
            <a:spLocks noGrp="1"/>
          </p:cNvSpPr>
          <p:nvPr>
            <p:ph type="ctrTitle"/>
          </p:nvPr>
        </p:nvSpPr>
        <p:spPr/>
        <p:txBody>
          <a:bodyPr/>
          <a:lstStyle/>
          <a:p>
            <a:r>
              <a:rPr lang="en-IN" dirty="0"/>
              <a:t>Pharmacy Inventory Management</a:t>
            </a:r>
          </a:p>
        </p:txBody>
      </p:sp>
      <p:sp>
        <p:nvSpPr>
          <p:cNvPr id="3" name="Subtitle 2">
            <a:extLst>
              <a:ext uri="{FF2B5EF4-FFF2-40B4-BE49-F238E27FC236}">
                <a16:creationId xmlns:a16="http://schemas.microsoft.com/office/drawing/2014/main" id="{82EF5297-EAD7-E94E-C474-406B44C4A242}"/>
              </a:ext>
            </a:extLst>
          </p:cNvPr>
          <p:cNvSpPr>
            <a:spLocks noGrp="1"/>
          </p:cNvSpPr>
          <p:nvPr>
            <p:ph type="subTitle" idx="1"/>
          </p:nvPr>
        </p:nvSpPr>
        <p:spPr>
          <a:xfrm>
            <a:off x="1008836" y="4569724"/>
            <a:ext cx="7891272" cy="1069848"/>
          </a:xfrm>
        </p:spPr>
        <p:txBody>
          <a:bodyPr>
            <a:noAutofit/>
          </a:bodyPr>
          <a:lstStyle/>
          <a:p>
            <a:br>
              <a:rPr lang="en-IN" sz="1200" dirty="0"/>
            </a:br>
            <a:r>
              <a:rPr lang="en-IN" sz="1200" dirty="0">
                <a:latin typeface="Times New Roman" panose="02020603050405020304" pitchFamily="18" charset="0"/>
                <a:cs typeface="Times New Roman" panose="02020603050405020304" pitchFamily="18" charset="0"/>
              </a:rPr>
              <a:t>SEC-12</a:t>
            </a:r>
          </a:p>
          <a:p>
            <a:r>
              <a:rPr lang="en-IN" sz="1200" dirty="0">
                <a:latin typeface="Times New Roman" panose="02020603050405020304" pitchFamily="18" charset="0"/>
                <a:cs typeface="Times New Roman" panose="02020603050405020304" pitchFamily="18" charset="0"/>
              </a:rPr>
              <a:t>BATCH NO-15</a:t>
            </a:r>
          </a:p>
          <a:p>
            <a:r>
              <a:rPr lang="en-IN" sz="1200" dirty="0">
                <a:latin typeface="Times New Roman" panose="02020603050405020304" pitchFamily="18" charset="0"/>
                <a:cs typeface="Times New Roman" panose="02020603050405020304" pitchFamily="18" charset="0"/>
              </a:rPr>
              <a:t>TEAM LEAD-RC.SHARAN SAI</a:t>
            </a:r>
          </a:p>
          <a:p>
            <a:r>
              <a:rPr lang="en-IN" sz="1200" dirty="0">
                <a:latin typeface="Times New Roman" panose="02020603050405020304" pitchFamily="18" charset="0"/>
                <a:cs typeface="Times New Roman" panose="02020603050405020304" pitchFamily="18" charset="0"/>
              </a:rPr>
              <a:t>2520030128</a:t>
            </a:r>
          </a:p>
          <a:p>
            <a:r>
              <a:rPr lang="en-IN" sz="1200" dirty="0">
                <a:latin typeface="Times New Roman" panose="02020603050405020304" pitchFamily="18" charset="0"/>
                <a:cs typeface="Times New Roman" panose="02020603050405020304" pitchFamily="18" charset="0"/>
              </a:rPr>
              <a:t>TEAM MEMBER-T.ABHINAV</a:t>
            </a:r>
          </a:p>
          <a:p>
            <a:r>
              <a:rPr lang="en-IN" sz="1200" dirty="0">
                <a:latin typeface="Times New Roman" panose="02020603050405020304" pitchFamily="18" charset="0"/>
                <a:cs typeface="Times New Roman" panose="02020603050405020304" pitchFamily="18" charset="0"/>
              </a:rPr>
              <a:t>2520030075</a:t>
            </a:r>
          </a:p>
        </p:txBody>
      </p:sp>
    </p:spTree>
    <p:extLst>
      <p:ext uri="{BB962C8B-B14F-4D97-AF65-F5344CB8AC3E}">
        <p14:creationId xmlns:p14="http://schemas.microsoft.com/office/powerpoint/2010/main" val="2958651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CED18-9D02-1E49-D761-647B45E0BCB2}"/>
              </a:ext>
            </a:extLst>
          </p:cNvPr>
          <p:cNvSpPr>
            <a:spLocks noGrp="1"/>
          </p:cNvSpPr>
          <p:nvPr>
            <p:ph type="title"/>
          </p:nvPr>
        </p:nvSpPr>
        <p:spPr/>
        <p:txBody>
          <a:bodyPr/>
          <a:lstStyle/>
          <a:p>
            <a:r>
              <a:rPr lang="en-IN" dirty="0"/>
              <a:t>Abstract</a:t>
            </a:r>
          </a:p>
        </p:txBody>
      </p:sp>
      <p:sp>
        <p:nvSpPr>
          <p:cNvPr id="5" name="Rectangle 2">
            <a:extLst>
              <a:ext uri="{FF2B5EF4-FFF2-40B4-BE49-F238E27FC236}">
                <a16:creationId xmlns:a16="http://schemas.microsoft.com/office/drawing/2014/main" id="{0089A818-57AE-837B-E629-197AB0C7104F}"/>
              </a:ext>
            </a:extLst>
          </p:cNvPr>
          <p:cNvSpPr>
            <a:spLocks noGrp="1" noChangeArrowheads="1"/>
          </p:cNvSpPr>
          <p:nvPr>
            <p:ph idx="1"/>
          </p:nvPr>
        </p:nvSpPr>
        <p:spPr bwMode="auto">
          <a:xfrm>
            <a:off x="671199" y="2002740"/>
            <a:ext cx="1023384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Pharmacy Inventory Management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web-based solution designed to efficiently manage drug stock, monitor expiry dates, and automate pharmacy operations. Built using modern front-end technologies and component-based architecture, the system ensures a scalable, responsive, and user-friendly interface.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utilizes JavaScript (ES6+) concepts such as modular design, asynchronous data handling, and efficient state management to provide real-time updates and smooth user interactions. Key features include inventory tracking, supplier management, reorder alerts, and API-based data integration.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also focuses on performance optimization, usability, and reliability, making it suitable for real-world deployment. Overall, it enhances accuracy, reduces manual effort, and improves the efficiency of pharmacy management processes.</a:t>
            </a:r>
          </a:p>
        </p:txBody>
      </p:sp>
    </p:spTree>
    <p:extLst>
      <p:ext uri="{BB962C8B-B14F-4D97-AF65-F5344CB8AC3E}">
        <p14:creationId xmlns:p14="http://schemas.microsoft.com/office/powerpoint/2010/main" val="393981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1D3CA-6A1D-FE6E-0ADB-5B6E150C93BA}"/>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5A3BFA6B-D7FF-C114-6DF6-BB1BD633A5B8}"/>
              </a:ext>
            </a:extLst>
          </p:cNvPr>
          <p:cNvSpPr>
            <a:spLocks noGrp="1"/>
          </p:cNvSpPr>
          <p:nvPr>
            <p:ph idx="1"/>
          </p:nvPr>
        </p:nvSpPr>
        <p:spPr>
          <a:xfrm>
            <a:off x="647061" y="1983756"/>
            <a:ext cx="10058400" cy="4050792"/>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Pharmacy Inventory Management System is a web-based application developed to automate and simplify pharmacy operations such as medicine stock management, expiry tracking, supplier handling, reorder alerts, and dispensing records. Traditional manual methods often lead to errors, stock shortages, and difficulties in monitoring expired medicines, reducing overall efficiency. This project uses modern front-end development frameworks and UI engineering concepts to create a responsive, scalable, and user-friendly system with features like barcode lookup, real-time inventory updates, notifications, analytics dashboards, and report generation. The system aims to improve accuracy, reduce manual work, and enhance the overall management of pharmacy inventory processes.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5883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36715-F7D7-2B3C-8B36-25CCF069AC6C}"/>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BF879404-5333-0803-D0C0-80A9D26A734B}"/>
              </a:ext>
            </a:extLst>
          </p:cNvPr>
          <p:cNvSpPr>
            <a:spLocks noGrp="1"/>
          </p:cNvSpPr>
          <p:nvPr>
            <p:ph idx="1"/>
          </p:nvPr>
        </p:nvSpPr>
        <p:spPr/>
        <p:txBody>
          <a:bodyPr>
            <a:normAutofit fontScale="47500" lnSpcReduction="20000"/>
          </a:bodyPr>
          <a:lstStyle/>
          <a:p>
            <a:pPr marL="0" indent="0">
              <a:buNone/>
            </a:pPr>
            <a:r>
              <a:rPr lang="en-IN" sz="2500" b="1" dirty="0">
                <a:latin typeface="Times New Roman" panose="02020603050405020304" pitchFamily="18" charset="0"/>
                <a:cs typeface="Times New Roman" panose="02020603050405020304" pitchFamily="18" charset="0"/>
              </a:rPr>
              <a:t>1. Login &amp; User Authentication                                                                                  </a:t>
            </a:r>
          </a:p>
          <a:p>
            <a:pPr marL="0" indent="0">
              <a:buNone/>
            </a:pPr>
            <a:r>
              <a:rPr lang="en-IN" sz="2500" dirty="0">
                <a:latin typeface="Times New Roman" panose="02020603050405020304" pitchFamily="18" charset="0"/>
                <a:cs typeface="Times New Roman" panose="02020603050405020304" pitchFamily="18" charset="0"/>
              </a:rPr>
              <a:t>User signup and login system</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Secure session management</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Authentication for admin and staff access</a:t>
            </a:r>
          </a:p>
          <a:p>
            <a:pPr marL="0" indent="0">
              <a:buNone/>
            </a:pPr>
            <a:r>
              <a:rPr lang="en-IN" sz="2500" b="1" dirty="0">
                <a:latin typeface="Times New Roman" panose="02020603050405020304" pitchFamily="18" charset="0"/>
                <a:cs typeface="Times New Roman" panose="02020603050405020304" pitchFamily="18" charset="0"/>
              </a:rPr>
              <a:t>2. Medicine Inventory Management</a:t>
            </a:r>
          </a:p>
          <a:p>
            <a:pPr marL="0" indent="0">
              <a:buNone/>
            </a:pPr>
            <a:r>
              <a:rPr lang="en-IN" sz="2500" dirty="0">
                <a:latin typeface="Times New Roman" panose="02020603050405020304" pitchFamily="18" charset="0"/>
                <a:cs typeface="Times New Roman" panose="02020603050405020304" pitchFamily="18" charset="0"/>
              </a:rPr>
              <a:t>Add, update, and delete medicine records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Track medicine quantity and stock details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Manage category and batch information</a:t>
            </a:r>
          </a:p>
          <a:p>
            <a:pPr marL="0" indent="0">
              <a:buNone/>
            </a:pPr>
            <a:r>
              <a:rPr lang="en-IN" sz="2500" b="1" dirty="0">
                <a:latin typeface="Times New Roman" panose="02020603050405020304" pitchFamily="18" charset="0"/>
                <a:cs typeface="Times New Roman" panose="02020603050405020304" pitchFamily="18" charset="0"/>
              </a:rPr>
              <a:t>3. Expiry Date Monitoring</a:t>
            </a:r>
          </a:p>
          <a:p>
            <a:pPr marL="0" indent="0">
              <a:buNone/>
            </a:pPr>
            <a:r>
              <a:rPr lang="en-IN" sz="2500" dirty="0">
                <a:latin typeface="Times New Roman" panose="02020603050405020304" pitchFamily="18" charset="0"/>
                <a:cs typeface="Times New Roman" panose="02020603050405020304" pitchFamily="18" charset="0"/>
              </a:rPr>
              <a:t>Track medicine expiry dates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Display near-expiry medicine alerts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Reduce wastage of expired stock</a:t>
            </a:r>
          </a:p>
          <a:p>
            <a:pPr marL="0" indent="0">
              <a:buNone/>
            </a:pPr>
            <a:r>
              <a:rPr lang="en-IN" sz="2500" b="1" dirty="0">
                <a:latin typeface="Times New Roman" panose="02020603050405020304" pitchFamily="18" charset="0"/>
                <a:cs typeface="Times New Roman" panose="02020603050405020304" pitchFamily="18" charset="0"/>
              </a:rPr>
              <a:t>4. Reorder &amp; Stock Alert System</a:t>
            </a:r>
          </a:p>
          <a:p>
            <a:pPr marL="0" indent="0">
              <a:buNone/>
            </a:pPr>
            <a:r>
              <a:rPr lang="en-IN" sz="2500" dirty="0">
                <a:latin typeface="Times New Roman" panose="02020603050405020304" pitchFamily="18" charset="0"/>
                <a:cs typeface="Times New Roman" panose="02020603050405020304" pitchFamily="18" charset="0"/>
              </a:rPr>
              <a:t>Low stock notification system</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Automatic reorder alerts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Maintain sufficient medicine availability</a:t>
            </a:r>
          </a:p>
          <a:p>
            <a:pPr marL="0" indent="0">
              <a:buNone/>
            </a:pPr>
            <a:r>
              <a:rPr lang="en-IN" sz="2500" b="1" dirty="0">
                <a:latin typeface="Times New Roman" panose="02020603050405020304" pitchFamily="18" charset="0"/>
                <a:cs typeface="Times New Roman" panose="02020603050405020304" pitchFamily="18" charset="0"/>
              </a:rPr>
              <a:t>5. Supplier Management</a:t>
            </a:r>
          </a:p>
          <a:p>
            <a:pPr marL="0" indent="0">
              <a:buNone/>
            </a:pPr>
            <a:r>
              <a:rPr lang="en-IN" sz="2500" dirty="0">
                <a:latin typeface="Times New Roman" panose="02020603050405020304" pitchFamily="18" charset="0"/>
                <a:cs typeface="Times New Roman" panose="02020603050405020304" pitchFamily="18" charset="0"/>
              </a:rPr>
              <a:t>Add and manage supplier details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Track supplier orders and delivery status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Maintain supplier transaction records</a:t>
            </a:r>
          </a:p>
          <a:p>
            <a:endParaRPr lang="en-IN" dirty="0"/>
          </a:p>
        </p:txBody>
      </p:sp>
    </p:spTree>
    <p:extLst>
      <p:ext uri="{BB962C8B-B14F-4D97-AF65-F5344CB8AC3E}">
        <p14:creationId xmlns:p14="http://schemas.microsoft.com/office/powerpoint/2010/main" val="1503143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9741FB-EC11-6E55-5752-52ACF78C4EBA}"/>
              </a:ext>
            </a:extLst>
          </p:cNvPr>
          <p:cNvSpPr txBox="1"/>
          <p:nvPr/>
        </p:nvSpPr>
        <p:spPr>
          <a:xfrm>
            <a:off x="727588" y="1081548"/>
            <a:ext cx="6086167" cy="4401205"/>
          </a:xfrm>
          <a:prstGeom prst="rect">
            <a:avLst/>
          </a:prstGeom>
          <a:noFill/>
        </p:spPr>
        <p:txBody>
          <a:bodyPr wrap="square">
            <a:spAutoFit/>
          </a:bodyPr>
          <a:lstStyle/>
          <a:p>
            <a:pPr>
              <a:buNone/>
            </a:pPr>
            <a:r>
              <a:rPr lang="en-IN" sz="1400" b="1" dirty="0">
                <a:latin typeface="Times New Roman" panose="02020603050405020304" pitchFamily="18" charset="0"/>
                <a:cs typeface="Times New Roman" panose="02020603050405020304" pitchFamily="18" charset="0"/>
              </a:rPr>
              <a:t>6. Barcode Lookup Module</a:t>
            </a:r>
          </a:p>
          <a:p>
            <a:pPr>
              <a:buNone/>
            </a:pPr>
            <a:r>
              <a:rPr lang="en-IN" sz="1400" dirty="0">
                <a:latin typeface="Times New Roman" panose="02020603050405020304" pitchFamily="18" charset="0"/>
                <a:cs typeface="Times New Roman" panose="02020603050405020304" pitchFamily="18" charset="0"/>
              </a:rPr>
              <a:t>Search medicines using barcode scanning</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Quick medicine identification</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Fast inventory updates and billing support</a:t>
            </a:r>
          </a:p>
          <a:p>
            <a:pPr>
              <a:buNone/>
            </a:pPr>
            <a:r>
              <a:rPr lang="en-IN" sz="1400" b="1" dirty="0">
                <a:latin typeface="Times New Roman" panose="02020603050405020304" pitchFamily="18" charset="0"/>
                <a:cs typeface="Times New Roman" panose="02020603050405020304" pitchFamily="18" charset="0"/>
              </a:rPr>
              <a:t>7. Dispensing &amp; Sales Records</a:t>
            </a:r>
          </a:p>
          <a:p>
            <a:pPr>
              <a:buNone/>
            </a:pPr>
            <a:r>
              <a:rPr lang="en-IN" sz="1400" dirty="0">
                <a:latin typeface="Times New Roman" panose="02020603050405020304" pitchFamily="18" charset="0"/>
                <a:cs typeface="Times New Roman" panose="02020603050405020304" pitchFamily="18" charset="0"/>
              </a:rPr>
              <a:t>Maintain dispensing logs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Track medicine sales history</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Store customer purchase records</a:t>
            </a:r>
          </a:p>
          <a:p>
            <a:pPr>
              <a:buNone/>
            </a:pPr>
            <a:r>
              <a:rPr lang="en-IN" sz="1400" b="1" dirty="0">
                <a:latin typeface="Times New Roman" panose="02020603050405020304" pitchFamily="18" charset="0"/>
                <a:cs typeface="Times New Roman" panose="02020603050405020304" pitchFamily="18" charset="0"/>
              </a:rPr>
              <a:t>8. Analytics &amp; Reports Dashboard</a:t>
            </a:r>
          </a:p>
          <a:p>
            <a:pPr>
              <a:buNone/>
            </a:pPr>
            <a:r>
              <a:rPr lang="en-IN" sz="1400" dirty="0">
                <a:latin typeface="Times New Roman" panose="02020603050405020304" pitchFamily="18" charset="0"/>
                <a:cs typeface="Times New Roman" panose="02020603050405020304" pitchFamily="18" charset="0"/>
              </a:rPr>
              <a:t>Display inventory statistics and charts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Generate stock and sales reports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Export reports for management use</a:t>
            </a:r>
          </a:p>
          <a:p>
            <a:pPr>
              <a:buNone/>
            </a:pPr>
            <a:r>
              <a:rPr lang="en-IN" sz="1400" b="1" dirty="0">
                <a:latin typeface="Times New Roman" panose="02020603050405020304" pitchFamily="18" charset="0"/>
                <a:cs typeface="Times New Roman" panose="02020603050405020304" pitchFamily="18" charset="0"/>
              </a:rPr>
              <a:t>9. Responsive UI Design</a:t>
            </a:r>
          </a:p>
          <a:p>
            <a:pPr>
              <a:buNone/>
            </a:pPr>
            <a:r>
              <a:rPr lang="en-IN" sz="1400" dirty="0">
                <a:latin typeface="Times New Roman" panose="02020603050405020304" pitchFamily="18" charset="0"/>
                <a:cs typeface="Times New Roman" panose="02020603050405020304" pitchFamily="18" charset="0"/>
              </a:rPr>
              <a:t>Mobile-friendly user interface</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Simple and user-friendly design</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Responsive frontend layout using React.js</a:t>
            </a:r>
          </a:p>
          <a:p>
            <a:pPr>
              <a:buNone/>
            </a:pPr>
            <a:r>
              <a:rPr lang="en-IN" sz="1400" b="1" dirty="0">
                <a:latin typeface="Times New Roman" panose="02020603050405020304" pitchFamily="18" charset="0"/>
                <a:cs typeface="Times New Roman" panose="02020603050405020304" pitchFamily="18" charset="0"/>
              </a:rPr>
              <a:t>10. API Integration &amp; Testing</a:t>
            </a:r>
          </a:p>
          <a:p>
            <a:pPr>
              <a:buNone/>
            </a:pPr>
            <a:r>
              <a:rPr lang="en-IN" sz="1400" dirty="0">
                <a:latin typeface="Times New Roman" panose="02020603050405020304" pitchFamily="18" charset="0"/>
                <a:cs typeface="Times New Roman" panose="02020603050405020304" pitchFamily="18" charset="0"/>
              </a:rPr>
              <a:t>Integrate REST APIs for data handling</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Fetch and update real-time inventory data</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Test APIs using Postman</a:t>
            </a:r>
          </a:p>
        </p:txBody>
      </p:sp>
    </p:spTree>
    <p:extLst>
      <p:ext uri="{BB962C8B-B14F-4D97-AF65-F5344CB8AC3E}">
        <p14:creationId xmlns:p14="http://schemas.microsoft.com/office/powerpoint/2010/main" val="13707801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{7D610E2B-895E-4502-B517-1B30F8EFCB20}TF2ec419c9-97c3-4958-b02a-0886397d33afcfe10e4b-d68909c4b1b0</Template>
  <TotalTime>133</TotalTime>
  <Words>488</Words>
  <Application>Microsoft Office PowerPoint</Application>
  <PresentationFormat>Widescreen</PresentationFormat>
  <Paragraphs>34</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Rockwell</vt:lpstr>
      <vt:lpstr>Rockwell Condensed</vt:lpstr>
      <vt:lpstr>Times New Roman</vt:lpstr>
      <vt:lpstr>Wingdings</vt:lpstr>
      <vt:lpstr>Wood Type</vt:lpstr>
      <vt:lpstr>Pharmacy Inventory Management</vt:lpstr>
      <vt:lpstr>Abstract</vt:lpstr>
      <vt:lpstr>PROBLEM STATEMENT</vt:lpstr>
      <vt:lpstr>MODULES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Thyarla abhinav</dc:creator>
  <cp:lastModifiedBy>Thyarla abhinav</cp:lastModifiedBy>
  <cp:revision>3</cp:revision>
  <dcterms:created xsi:type="dcterms:W3CDTF">2026-05-02T05:09:35Z</dcterms:created>
  <dcterms:modified xsi:type="dcterms:W3CDTF">2026-05-08T10:12:26Z</dcterms:modified>
</cp:coreProperties>
</file>