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958D50-CADA-4034-8A17-412DF7E9A5A4}" v="22" dt="2026-05-08T09:17:34.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5/8/2026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5/8/2026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5/8/2026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5/8/2026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5/8/2026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5/8/2026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5/8/2026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5/8/2026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8147-DB7D-8B2C-31F3-82C5110B1F03}"/>
              </a:ext>
            </a:extLst>
          </p:cNvPr>
          <p:cNvSpPr>
            <a:spLocks noGrp="1"/>
          </p:cNvSpPr>
          <p:nvPr>
            <p:ph type="ctrTitle"/>
          </p:nvPr>
        </p:nvSpPr>
        <p:spPr/>
        <p:txBody>
          <a:bodyPr/>
          <a:lstStyle/>
          <a:p>
            <a:r>
              <a:rPr lang="en-IN" dirty="0"/>
              <a:t>Pharmacy Inventory Management</a:t>
            </a:r>
          </a:p>
        </p:txBody>
      </p:sp>
      <p:sp>
        <p:nvSpPr>
          <p:cNvPr id="3" name="Subtitle 2">
            <a:extLst>
              <a:ext uri="{FF2B5EF4-FFF2-40B4-BE49-F238E27FC236}">
                <a16:creationId xmlns:a16="http://schemas.microsoft.com/office/drawing/2014/main" id="{82EF5297-EAD7-E94E-C474-406B44C4A242}"/>
              </a:ext>
            </a:extLst>
          </p:cNvPr>
          <p:cNvSpPr>
            <a:spLocks noGrp="1"/>
          </p:cNvSpPr>
          <p:nvPr>
            <p:ph type="subTitle" idx="1"/>
          </p:nvPr>
        </p:nvSpPr>
        <p:spPr>
          <a:xfrm>
            <a:off x="1008836" y="4569724"/>
            <a:ext cx="7891272" cy="1069848"/>
          </a:xfrm>
        </p:spPr>
        <p:txBody>
          <a:bodyPr>
            <a:noAutofit/>
          </a:bodyPr>
          <a:lstStyle/>
          <a:p>
            <a:br>
              <a:rPr lang="en-IN" sz="1200" dirty="0"/>
            </a:br>
            <a:r>
              <a:rPr lang="en-IN" sz="1200" dirty="0">
                <a:latin typeface="Times New Roman" panose="02020603050405020304" pitchFamily="18" charset="0"/>
                <a:cs typeface="Times New Roman" panose="02020603050405020304" pitchFamily="18" charset="0"/>
              </a:rPr>
              <a:t>SEC-12</a:t>
            </a:r>
          </a:p>
          <a:p>
            <a:r>
              <a:rPr lang="en-IN" sz="1200" dirty="0">
                <a:latin typeface="Times New Roman" panose="02020603050405020304" pitchFamily="18" charset="0"/>
                <a:cs typeface="Times New Roman" panose="02020603050405020304" pitchFamily="18" charset="0"/>
              </a:rPr>
              <a:t>BATCH NO-15</a:t>
            </a:r>
          </a:p>
          <a:p>
            <a:r>
              <a:rPr lang="en-IN" sz="1200" dirty="0">
                <a:latin typeface="Times New Roman" panose="02020603050405020304" pitchFamily="18" charset="0"/>
                <a:cs typeface="Times New Roman" panose="02020603050405020304" pitchFamily="18" charset="0"/>
              </a:rPr>
              <a:t>TEAM LEAD-RC.SHARAN SAI</a:t>
            </a:r>
          </a:p>
          <a:p>
            <a:r>
              <a:rPr lang="en-IN" sz="1200" dirty="0">
                <a:latin typeface="Times New Roman" panose="02020603050405020304" pitchFamily="18" charset="0"/>
                <a:cs typeface="Times New Roman" panose="02020603050405020304" pitchFamily="18" charset="0"/>
              </a:rPr>
              <a:t>2520030128</a:t>
            </a:r>
          </a:p>
          <a:p>
            <a:r>
              <a:rPr lang="en-IN" sz="1200" dirty="0">
                <a:latin typeface="Times New Roman" panose="02020603050405020304" pitchFamily="18" charset="0"/>
                <a:cs typeface="Times New Roman" panose="02020603050405020304" pitchFamily="18" charset="0"/>
              </a:rPr>
              <a:t>TEAM MEMBER-T.ABHINAV</a:t>
            </a:r>
          </a:p>
          <a:p>
            <a:r>
              <a:rPr lang="en-IN" sz="1200" dirty="0">
                <a:latin typeface="Times New Roman" panose="02020603050405020304" pitchFamily="18" charset="0"/>
                <a:cs typeface="Times New Roman" panose="02020603050405020304" pitchFamily="18" charset="0"/>
              </a:rPr>
              <a:t>2520030075</a:t>
            </a:r>
          </a:p>
        </p:txBody>
      </p:sp>
    </p:spTree>
    <p:extLst>
      <p:ext uri="{BB962C8B-B14F-4D97-AF65-F5344CB8AC3E}">
        <p14:creationId xmlns:p14="http://schemas.microsoft.com/office/powerpoint/2010/main" val="2958651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CED18-9D02-1E49-D761-647B45E0BCB2}"/>
              </a:ext>
            </a:extLst>
          </p:cNvPr>
          <p:cNvSpPr>
            <a:spLocks noGrp="1"/>
          </p:cNvSpPr>
          <p:nvPr>
            <p:ph type="title"/>
          </p:nvPr>
        </p:nvSpPr>
        <p:spPr/>
        <p:txBody>
          <a:bodyPr/>
          <a:lstStyle/>
          <a:p>
            <a:r>
              <a:rPr lang="en-IN" dirty="0"/>
              <a:t>Abstract</a:t>
            </a:r>
          </a:p>
        </p:txBody>
      </p:sp>
      <p:sp>
        <p:nvSpPr>
          <p:cNvPr id="5" name="Rectangle 2">
            <a:extLst>
              <a:ext uri="{FF2B5EF4-FFF2-40B4-BE49-F238E27FC236}">
                <a16:creationId xmlns:a16="http://schemas.microsoft.com/office/drawing/2014/main" id="{0089A818-57AE-837B-E629-197AB0C7104F}"/>
              </a:ext>
            </a:extLst>
          </p:cNvPr>
          <p:cNvSpPr>
            <a:spLocks noGrp="1" noChangeArrowheads="1"/>
          </p:cNvSpPr>
          <p:nvPr>
            <p:ph idx="1"/>
          </p:nvPr>
        </p:nvSpPr>
        <p:spPr bwMode="auto">
          <a:xfrm>
            <a:off x="661367" y="2373233"/>
            <a:ext cx="102338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Pharmacy Inventory Management System</a:t>
            </a:r>
            <a:r>
              <a:rPr kumimoji="0" lang="en-US" altLang="en-US" sz="1800" b="0" i="0" u="none" strike="noStrike" cap="none" normalizeH="0" baseline="0" dirty="0">
                <a:ln>
                  <a:noFill/>
                </a:ln>
                <a:solidFill>
                  <a:schemeClr val="tx1"/>
                </a:solidFill>
                <a:effectLst/>
                <a:latin typeface="Arial" panose="020B0604020202020204" pitchFamily="34" charset="0"/>
              </a:rPr>
              <a:t> is a web-based solution designed to efficiently manage drug stock, monitor expiry dates, and automate pharmacy operations. Built using modern front-end technologies and component-based architecture, the system ensures a scalable, responsive, and user-friendly 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It utilizes JavaScript (ES6+) concepts such as modular design, asynchronous data handling, and efficient state management to provide real-time updates and smooth user interactions. Key features include inventory tracking, supplier management, reorder alerts, and API-based data integration.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also focuses on performance optimization, usability, and reliability, making it suitable for real-world deployment. Overall, it enhances accuracy, reduces manual effort, and improves the efficiency of pharmacy management processes.</a:t>
            </a:r>
          </a:p>
        </p:txBody>
      </p:sp>
    </p:spTree>
    <p:extLst>
      <p:ext uri="{BB962C8B-B14F-4D97-AF65-F5344CB8AC3E}">
        <p14:creationId xmlns:p14="http://schemas.microsoft.com/office/powerpoint/2010/main" val="3939812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D3CA-6A1D-FE6E-0ADB-5B6E150C93BA}"/>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5A3BFA6B-D7FF-C114-6DF6-BB1BD633A5B8}"/>
              </a:ext>
            </a:extLst>
          </p:cNvPr>
          <p:cNvSpPr>
            <a:spLocks noGrp="1"/>
          </p:cNvSpPr>
          <p:nvPr>
            <p:ph idx="1"/>
          </p:nvPr>
        </p:nvSpPr>
        <p:spPr/>
        <p:txBody>
          <a:bodyPr/>
          <a:lstStyle/>
          <a:p>
            <a:pPr marL="0" indent="0">
              <a:buNone/>
            </a:pPr>
            <a:r>
              <a:rPr lang="en-US" dirty="0"/>
              <a:t>The Pharmacy Inventory Management System is a web-based application developed to automate and simplify pharmacy operations such as medicine stock management, expiry tracking, supplier handling, reorder alerts, and dispensing records. Traditional manual methods often lead to errors, stock shortages, and difficulties in monitoring expired medicines, reducing overall efficiency. This project uses modern front-end development frameworks and UI engineering concepts to create a responsive, scalable, and user-friendly system with features like barcode lookup, real-time inventory updates, notifications, analytics dashboards, and report generation. The system aims to improve accuracy, reduce manual work, and enhance the overall management of pharmacy inventory processes.</a:t>
            </a:r>
            <a:endParaRPr lang="en-IN" dirty="0"/>
          </a:p>
        </p:txBody>
      </p:sp>
    </p:spTree>
    <p:extLst>
      <p:ext uri="{BB962C8B-B14F-4D97-AF65-F5344CB8AC3E}">
        <p14:creationId xmlns:p14="http://schemas.microsoft.com/office/powerpoint/2010/main" val="185588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36715-F7D7-2B3C-8B36-25CCF069AC6C}"/>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BF879404-5333-0803-D0C0-80A9D26A734B}"/>
              </a:ext>
            </a:extLst>
          </p:cNvPr>
          <p:cNvSpPr>
            <a:spLocks noGrp="1"/>
          </p:cNvSpPr>
          <p:nvPr>
            <p:ph idx="1"/>
          </p:nvPr>
        </p:nvSpPr>
        <p:spPr/>
        <p:txBody>
          <a:bodyPr>
            <a:normAutofit fontScale="55000" lnSpcReduction="20000"/>
          </a:bodyPr>
          <a:lstStyle/>
          <a:p>
            <a:r>
              <a:rPr lang="en-IN" b="1" dirty="0"/>
              <a:t>1. Login &amp; User Authentication                                                                                  </a:t>
            </a:r>
          </a:p>
          <a:p>
            <a:r>
              <a:rPr lang="en-IN" dirty="0"/>
              <a:t>User signup and login system</a:t>
            </a:r>
            <a:br>
              <a:rPr lang="en-IN" dirty="0"/>
            </a:br>
            <a:r>
              <a:rPr lang="en-IN" dirty="0"/>
              <a:t>Secure session management</a:t>
            </a:r>
            <a:br>
              <a:rPr lang="en-IN" dirty="0"/>
            </a:br>
            <a:r>
              <a:rPr lang="en-IN" dirty="0"/>
              <a:t>Authentication for admin and staff access</a:t>
            </a:r>
          </a:p>
          <a:p>
            <a:r>
              <a:rPr lang="en-IN" b="1" dirty="0"/>
              <a:t>2. Medicine Inventory Management</a:t>
            </a:r>
          </a:p>
          <a:p>
            <a:r>
              <a:rPr lang="en-IN" dirty="0"/>
              <a:t>Add, update, and delete medicine records</a:t>
            </a:r>
            <a:br>
              <a:rPr lang="en-IN" dirty="0"/>
            </a:br>
            <a:r>
              <a:rPr lang="en-IN" dirty="0"/>
              <a:t>Track medicine quantity and stock details</a:t>
            </a:r>
            <a:br>
              <a:rPr lang="en-IN" dirty="0"/>
            </a:br>
            <a:r>
              <a:rPr lang="en-IN" dirty="0"/>
              <a:t>Manage category and batch information</a:t>
            </a:r>
          </a:p>
          <a:p>
            <a:r>
              <a:rPr lang="en-IN" b="1" dirty="0"/>
              <a:t>3. Expiry Date Monitoring</a:t>
            </a:r>
          </a:p>
          <a:p>
            <a:r>
              <a:rPr lang="en-IN" dirty="0"/>
              <a:t>Track medicine expiry dates</a:t>
            </a:r>
            <a:br>
              <a:rPr lang="en-IN" dirty="0"/>
            </a:br>
            <a:r>
              <a:rPr lang="en-IN" dirty="0"/>
              <a:t>Display near-expiry medicine alerts</a:t>
            </a:r>
            <a:br>
              <a:rPr lang="en-IN" dirty="0"/>
            </a:br>
            <a:r>
              <a:rPr lang="en-IN" dirty="0"/>
              <a:t>Reduce wastage of expired stock</a:t>
            </a:r>
          </a:p>
          <a:p>
            <a:r>
              <a:rPr lang="en-IN" b="1" dirty="0"/>
              <a:t>4. Reorder &amp; Stock Alert System</a:t>
            </a:r>
          </a:p>
          <a:p>
            <a:r>
              <a:rPr lang="en-IN" dirty="0"/>
              <a:t>Low stock notification system</a:t>
            </a:r>
            <a:br>
              <a:rPr lang="en-IN" dirty="0"/>
            </a:br>
            <a:r>
              <a:rPr lang="en-IN" dirty="0"/>
              <a:t>Automatic reorder alerts</a:t>
            </a:r>
            <a:br>
              <a:rPr lang="en-IN" dirty="0"/>
            </a:br>
            <a:r>
              <a:rPr lang="en-IN" dirty="0"/>
              <a:t>Maintain sufficient medicine availability</a:t>
            </a:r>
          </a:p>
          <a:p>
            <a:r>
              <a:rPr lang="en-IN" b="1" dirty="0"/>
              <a:t>5. Supplier Management</a:t>
            </a:r>
          </a:p>
          <a:p>
            <a:r>
              <a:rPr lang="en-IN" dirty="0"/>
              <a:t>Add and manage supplier details</a:t>
            </a:r>
            <a:br>
              <a:rPr lang="en-IN" dirty="0"/>
            </a:br>
            <a:r>
              <a:rPr lang="en-IN" dirty="0"/>
              <a:t>Track supplier orders and delivery status</a:t>
            </a:r>
            <a:br>
              <a:rPr lang="en-IN" dirty="0"/>
            </a:br>
            <a:r>
              <a:rPr lang="en-IN" dirty="0"/>
              <a:t>Maintain supplier transaction records</a:t>
            </a:r>
          </a:p>
          <a:p>
            <a:endParaRPr lang="en-IN" dirty="0"/>
          </a:p>
        </p:txBody>
      </p:sp>
    </p:spTree>
    <p:extLst>
      <p:ext uri="{BB962C8B-B14F-4D97-AF65-F5344CB8AC3E}">
        <p14:creationId xmlns:p14="http://schemas.microsoft.com/office/powerpoint/2010/main" val="1503143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9741FB-EC11-6E55-5752-52ACF78C4EBA}"/>
              </a:ext>
            </a:extLst>
          </p:cNvPr>
          <p:cNvSpPr txBox="1"/>
          <p:nvPr/>
        </p:nvSpPr>
        <p:spPr>
          <a:xfrm>
            <a:off x="629265" y="737419"/>
            <a:ext cx="6086167" cy="5632311"/>
          </a:xfrm>
          <a:prstGeom prst="rect">
            <a:avLst/>
          </a:prstGeom>
          <a:noFill/>
        </p:spPr>
        <p:txBody>
          <a:bodyPr wrap="square">
            <a:spAutoFit/>
          </a:bodyPr>
          <a:lstStyle/>
          <a:p>
            <a:pPr>
              <a:buNone/>
            </a:pPr>
            <a:r>
              <a:rPr lang="en-IN" b="1" dirty="0"/>
              <a:t>6. Barcode Lookup Module</a:t>
            </a:r>
          </a:p>
          <a:p>
            <a:pPr>
              <a:buNone/>
            </a:pPr>
            <a:r>
              <a:rPr lang="en-IN" dirty="0"/>
              <a:t>Search medicines using barcode scanning</a:t>
            </a:r>
            <a:br>
              <a:rPr lang="en-IN" dirty="0"/>
            </a:br>
            <a:r>
              <a:rPr lang="en-IN" dirty="0"/>
              <a:t>Quick medicine identification</a:t>
            </a:r>
            <a:br>
              <a:rPr lang="en-IN" dirty="0"/>
            </a:br>
            <a:r>
              <a:rPr lang="en-IN" dirty="0"/>
              <a:t>Fast inventory updates and billing support</a:t>
            </a:r>
          </a:p>
          <a:p>
            <a:pPr>
              <a:buNone/>
            </a:pPr>
            <a:r>
              <a:rPr lang="en-IN" b="1" dirty="0"/>
              <a:t>7. Dispensing &amp; Sales Records</a:t>
            </a:r>
          </a:p>
          <a:p>
            <a:pPr>
              <a:buNone/>
            </a:pPr>
            <a:r>
              <a:rPr lang="en-IN" dirty="0"/>
              <a:t>Maintain dispensing logs</a:t>
            </a:r>
            <a:br>
              <a:rPr lang="en-IN" dirty="0"/>
            </a:br>
            <a:r>
              <a:rPr lang="en-IN" dirty="0"/>
              <a:t>Track medicine sales history</a:t>
            </a:r>
            <a:br>
              <a:rPr lang="en-IN" dirty="0"/>
            </a:br>
            <a:r>
              <a:rPr lang="en-IN" dirty="0"/>
              <a:t>Store customer purchase records</a:t>
            </a:r>
          </a:p>
          <a:p>
            <a:pPr>
              <a:buNone/>
            </a:pPr>
            <a:r>
              <a:rPr lang="en-IN" b="1" dirty="0"/>
              <a:t>8. Analytics &amp; Reports Dashboard</a:t>
            </a:r>
          </a:p>
          <a:p>
            <a:pPr>
              <a:buNone/>
            </a:pPr>
            <a:r>
              <a:rPr lang="en-IN" dirty="0"/>
              <a:t>Display inventory statistics and charts</a:t>
            </a:r>
            <a:br>
              <a:rPr lang="en-IN" dirty="0"/>
            </a:br>
            <a:r>
              <a:rPr lang="en-IN" dirty="0"/>
              <a:t>Generate stock and sales reports</a:t>
            </a:r>
            <a:br>
              <a:rPr lang="en-IN" dirty="0"/>
            </a:br>
            <a:r>
              <a:rPr lang="en-IN" dirty="0"/>
              <a:t>Export reports for management use</a:t>
            </a:r>
          </a:p>
          <a:p>
            <a:pPr>
              <a:buNone/>
            </a:pPr>
            <a:r>
              <a:rPr lang="en-IN" b="1" dirty="0"/>
              <a:t>9. Responsive UI Design</a:t>
            </a:r>
          </a:p>
          <a:p>
            <a:pPr>
              <a:buNone/>
            </a:pPr>
            <a:r>
              <a:rPr lang="en-IN" dirty="0"/>
              <a:t>Mobile-friendly user interface</a:t>
            </a:r>
            <a:br>
              <a:rPr lang="en-IN" dirty="0"/>
            </a:br>
            <a:r>
              <a:rPr lang="en-IN" dirty="0"/>
              <a:t>Simple and user-friendly design</a:t>
            </a:r>
            <a:br>
              <a:rPr lang="en-IN" dirty="0"/>
            </a:br>
            <a:r>
              <a:rPr lang="en-IN" dirty="0"/>
              <a:t>Responsive frontend layout using React.js</a:t>
            </a:r>
          </a:p>
          <a:p>
            <a:pPr>
              <a:buNone/>
            </a:pPr>
            <a:r>
              <a:rPr lang="en-IN" b="1" dirty="0"/>
              <a:t>10. API Integration &amp; Testing</a:t>
            </a:r>
          </a:p>
          <a:p>
            <a:pPr>
              <a:buNone/>
            </a:pPr>
            <a:r>
              <a:rPr lang="en-IN" dirty="0"/>
              <a:t>Integrate REST APIs for data handling</a:t>
            </a:r>
            <a:br>
              <a:rPr lang="en-IN" dirty="0"/>
            </a:br>
            <a:r>
              <a:rPr lang="en-IN" dirty="0"/>
              <a:t>Fetch and update real-time inventory data</a:t>
            </a:r>
            <a:br>
              <a:rPr lang="en-IN" dirty="0"/>
            </a:br>
            <a:r>
              <a:rPr lang="en-IN" dirty="0"/>
              <a:t>Test APIs using Postman</a:t>
            </a:r>
          </a:p>
        </p:txBody>
      </p:sp>
    </p:spTree>
    <p:extLst>
      <p:ext uri="{BB962C8B-B14F-4D97-AF65-F5344CB8AC3E}">
        <p14:creationId xmlns:p14="http://schemas.microsoft.com/office/powerpoint/2010/main" val="1370780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{7D610E2B-895E-4502-B517-1B30F8EFCB20}TF2ec419c9-97c3-4958-b02a-0886397d33afcfe10e4b-d68909c4b1b0</Template>
  <TotalTime>130</TotalTime>
  <Words>488</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Rockwell</vt:lpstr>
      <vt:lpstr>Rockwell Condensed</vt:lpstr>
      <vt:lpstr>Times New Roman</vt:lpstr>
      <vt:lpstr>Wingdings</vt:lpstr>
      <vt:lpstr>Wood Type</vt:lpstr>
      <vt:lpstr>Pharmacy Inventory Management</vt:lpstr>
      <vt:lpstr>Abstract</vt:lpstr>
      <vt:lpstr>PROBLEM STATEMENT</vt:lpstr>
      <vt:lpstr>MODULES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Thyarla abhinav</dc:creator>
  <cp:lastModifiedBy>Thyarla abhinav</cp:lastModifiedBy>
  <cp:revision>2</cp:revision>
  <dcterms:created xsi:type="dcterms:W3CDTF">2026-05-02T05:09:35Z</dcterms:created>
  <dcterms:modified xsi:type="dcterms:W3CDTF">2026-05-08T09:19:18Z</dcterms:modified>
</cp:coreProperties>
</file>