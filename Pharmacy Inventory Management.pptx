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8" r:id="rId3"/>
    <p:sldId id="259"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958D50-CADA-4034-8A17-412DF7E9A5A4}" v="19" dt="2026-05-08T07:35:46.4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yarla abhinav" userId="79708c8447a49cbe" providerId="LiveId" clId="{02F6C453-FA91-4F95-AF5B-E481A1C06FC5}"/>
    <pc:docChg chg="undo custSel addSld delSld modSld">
      <pc:chgData name="Thyarla abhinav" userId="79708c8447a49cbe" providerId="LiveId" clId="{02F6C453-FA91-4F95-AF5B-E481A1C06FC5}" dt="2026-05-08T09:06:33.947" v="557" actId="2696"/>
      <pc:docMkLst>
        <pc:docMk/>
      </pc:docMkLst>
      <pc:sldChg chg="modSp mod">
        <pc:chgData name="Thyarla abhinav" userId="79708c8447a49cbe" providerId="LiveId" clId="{02F6C453-FA91-4F95-AF5B-E481A1C06FC5}" dt="2026-05-08T07:29:18.863" v="163" actId="2711"/>
        <pc:sldMkLst>
          <pc:docMk/>
          <pc:sldMk cId="2958651433" sldId="256"/>
        </pc:sldMkLst>
        <pc:spChg chg="mod">
          <ac:chgData name="Thyarla abhinav" userId="79708c8447a49cbe" providerId="LiveId" clId="{02F6C453-FA91-4F95-AF5B-E481A1C06FC5}" dt="2026-05-08T07:29:18.863" v="163" actId="2711"/>
          <ac:spMkLst>
            <pc:docMk/>
            <pc:sldMk cId="2958651433" sldId="256"/>
            <ac:spMk id="3" creationId="{82EF5297-EAD7-E94E-C474-406B44C4A242}"/>
          </ac:spMkLst>
        </pc:spChg>
      </pc:sldChg>
      <pc:sldChg chg="modSp">
        <pc:chgData name="Thyarla abhinav" userId="79708c8447a49cbe" providerId="LiveId" clId="{02F6C453-FA91-4F95-AF5B-E481A1C06FC5}" dt="2026-05-08T07:07:53.547" v="0" actId="1076"/>
        <pc:sldMkLst>
          <pc:docMk/>
          <pc:sldMk cId="3939812141" sldId="258"/>
        </pc:sldMkLst>
        <pc:spChg chg="mod">
          <ac:chgData name="Thyarla abhinav" userId="79708c8447a49cbe" providerId="LiveId" clId="{02F6C453-FA91-4F95-AF5B-E481A1C06FC5}" dt="2026-05-08T07:07:53.547" v="0" actId="1076"/>
          <ac:spMkLst>
            <pc:docMk/>
            <pc:sldMk cId="3939812141" sldId="258"/>
            <ac:spMk id="5" creationId="{0089A818-57AE-837B-E629-197AB0C7104F}"/>
          </ac:spMkLst>
        </pc:spChg>
      </pc:sldChg>
      <pc:sldChg chg="new del">
        <pc:chgData name="Thyarla abhinav" userId="79708c8447a49cbe" providerId="LiveId" clId="{02F6C453-FA91-4F95-AF5B-E481A1C06FC5}" dt="2026-05-08T07:29:52.924" v="165" actId="2696"/>
        <pc:sldMkLst>
          <pc:docMk/>
          <pc:sldMk cId="1572752372" sldId="259"/>
        </pc:sldMkLst>
      </pc:sldChg>
      <pc:sldChg chg="addSp delSp modSp new mod">
        <pc:chgData name="Thyarla abhinav" userId="79708c8447a49cbe" providerId="LiveId" clId="{02F6C453-FA91-4F95-AF5B-E481A1C06FC5}" dt="2026-05-08T07:31:57.112" v="197" actId="5793"/>
        <pc:sldMkLst>
          <pc:docMk/>
          <pc:sldMk cId="1855883364" sldId="259"/>
        </pc:sldMkLst>
        <pc:spChg chg="mod">
          <ac:chgData name="Thyarla abhinav" userId="79708c8447a49cbe" providerId="LiveId" clId="{02F6C453-FA91-4F95-AF5B-E481A1C06FC5}" dt="2026-05-08T07:30:20.229" v="191" actId="20577"/>
          <ac:spMkLst>
            <pc:docMk/>
            <pc:sldMk cId="1855883364" sldId="259"/>
            <ac:spMk id="2" creationId="{FE31D3CA-6A1D-FE6E-0ADB-5B6E150C93BA}"/>
          </ac:spMkLst>
        </pc:spChg>
        <pc:spChg chg="add del mod">
          <ac:chgData name="Thyarla abhinav" userId="79708c8447a49cbe" providerId="LiveId" clId="{02F6C453-FA91-4F95-AF5B-E481A1C06FC5}" dt="2026-05-08T07:31:57.112" v="197" actId="5793"/>
          <ac:spMkLst>
            <pc:docMk/>
            <pc:sldMk cId="1855883364" sldId="259"/>
            <ac:spMk id="3" creationId="{5A3BFA6B-D7FF-C114-6DF6-BB1BD633A5B8}"/>
          </ac:spMkLst>
        </pc:spChg>
        <pc:spChg chg="add mod">
          <ac:chgData name="Thyarla abhinav" userId="79708c8447a49cbe" providerId="LiveId" clId="{02F6C453-FA91-4F95-AF5B-E481A1C06FC5}" dt="2026-05-08T07:31:36.196" v="193"/>
          <ac:spMkLst>
            <pc:docMk/>
            <pc:sldMk cId="1855883364" sldId="259"/>
            <ac:spMk id="4" creationId="{80CF2411-D227-5366-F905-2EEA9D5009ED}"/>
          </ac:spMkLst>
        </pc:spChg>
        <pc:spChg chg="add mod">
          <ac:chgData name="Thyarla abhinav" userId="79708c8447a49cbe" providerId="LiveId" clId="{02F6C453-FA91-4F95-AF5B-E481A1C06FC5}" dt="2026-05-08T07:31:40.167" v="195"/>
          <ac:spMkLst>
            <pc:docMk/>
            <pc:sldMk cId="1855883364" sldId="259"/>
            <ac:spMk id="5" creationId="{ABF462B2-9A26-295F-6D49-B2CD749CCD28}"/>
          </ac:spMkLst>
        </pc:spChg>
      </pc:sldChg>
      <pc:sldChg chg="addSp delSp modSp new del mod">
        <pc:chgData name="Thyarla abhinav" userId="79708c8447a49cbe" providerId="LiveId" clId="{02F6C453-FA91-4F95-AF5B-E481A1C06FC5}" dt="2026-05-08T07:33:27.065" v="205" actId="680"/>
        <pc:sldMkLst>
          <pc:docMk/>
          <pc:sldMk cId="1690293670" sldId="260"/>
        </pc:sldMkLst>
        <pc:spChg chg="add del mod">
          <ac:chgData name="Thyarla abhinav" userId="79708c8447a49cbe" providerId="LiveId" clId="{02F6C453-FA91-4F95-AF5B-E481A1C06FC5}" dt="2026-05-08T07:33:25.760" v="204" actId="22"/>
          <ac:spMkLst>
            <pc:docMk/>
            <pc:sldMk cId="1690293670" sldId="260"/>
            <ac:spMk id="3" creationId="{43C6201C-1094-DE38-A273-46985F776A7B}"/>
          </ac:spMkLst>
        </pc:spChg>
      </pc:sldChg>
      <pc:sldChg chg="modSp new del mod">
        <pc:chgData name="Thyarla abhinav" userId="79708c8447a49cbe" providerId="LiveId" clId="{02F6C453-FA91-4F95-AF5B-E481A1C06FC5}" dt="2026-05-08T09:06:33.947" v="557" actId="2696"/>
        <pc:sldMkLst>
          <pc:docMk/>
          <pc:sldMk cId="4043996992" sldId="260"/>
        </pc:sldMkLst>
        <pc:spChg chg="mod">
          <ac:chgData name="Thyarla abhinav" userId="79708c8447a49cbe" providerId="LiveId" clId="{02F6C453-FA91-4F95-AF5B-E481A1C06FC5}" dt="2026-05-08T07:33:36.566" v="213" actId="20577"/>
          <ac:spMkLst>
            <pc:docMk/>
            <pc:sldMk cId="4043996992" sldId="260"/>
            <ac:spMk id="2" creationId="{C13A30AD-66A4-4210-E5A6-898E14468E2C}"/>
          </ac:spMkLst>
        </pc:spChg>
        <pc:spChg chg="mod">
          <ac:chgData name="Thyarla abhinav" userId="79708c8447a49cbe" providerId="LiveId" clId="{02F6C453-FA91-4F95-AF5B-E481A1C06FC5}" dt="2026-05-08T09:06:29.448" v="556" actId="20577"/>
          <ac:spMkLst>
            <pc:docMk/>
            <pc:sldMk cId="4043996992" sldId="260"/>
            <ac:spMk id="3" creationId="{17EF04A3-6FB0-5B26-968C-A37F67BCBCFE}"/>
          </ac:spMkLst>
        </pc:spChg>
      </pc:sldChg>
    </pc:docChg>
  </pc:docChgLst>
</pc:chgInfo>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5/8/2026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5/8/2026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5/8/2026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5/8/2026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5/8/2026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5/8/2026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5/8/2026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5/8/2026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5/8/2026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5/8/2026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5/8/2026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5/8/2026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A8147-DB7D-8B2C-31F3-82C5110B1F03}"/>
              </a:ext>
            </a:extLst>
          </p:cNvPr>
          <p:cNvSpPr>
            <a:spLocks noGrp="1"/>
          </p:cNvSpPr>
          <p:nvPr>
            <p:ph type="ctrTitle"/>
          </p:nvPr>
        </p:nvSpPr>
        <p:spPr/>
        <p:txBody>
          <a:bodyPr/>
          <a:lstStyle/>
          <a:p>
            <a:r>
              <a:rPr lang="en-IN" dirty="0"/>
              <a:t>Pharmacy Inventory Management</a:t>
            </a:r>
          </a:p>
        </p:txBody>
      </p:sp>
      <p:sp>
        <p:nvSpPr>
          <p:cNvPr id="3" name="Subtitle 2">
            <a:extLst>
              <a:ext uri="{FF2B5EF4-FFF2-40B4-BE49-F238E27FC236}">
                <a16:creationId xmlns:a16="http://schemas.microsoft.com/office/drawing/2014/main" id="{82EF5297-EAD7-E94E-C474-406B44C4A242}"/>
              </a:ext>
            </a:extLst>
          </p:cNvPr>
          <p:cNvSpPr>
            <a:spLocks noGrp="1"/>
          </p:cNvSpPr>
          <p:nvPr>
            <p:ph type="subTitle" idx="1"/>
          </p:nvPr>
        </p:nvSpPr>
        <p:spPr>
          <a:xfrm>
            <a:off x="1008836" y="4569724"/>
            <a:ext cx="7891272" cy="1069848"/>
          </a:xfrm>
        </p:spPr>
        <p:txBody>
          <a:bodyPr>
            <a:noAutofit/>
          </a:bodyPr>
          <a:lstStyle/>
          <a:p>
            <a:br>
              <a:rPr lang="en-IN" sz="1200" dirty="0"/>
            </a:br>
            <a:r>
              <a:rPr lang="en-IN" sz="1200" dirty="0">
                <a:latin typeface="Times New Roman" panose="02020603050405020304" pitchFamily="18" charset="0"/>
                <a:cs typeface="Times New Roman" panose="02020603050405020304" pitchFamily="18" charset="0"/>
              </a:rPr>
              <a:t>SEC-12</a:t>
            </a:r>
          </a:p>
          <a:p>
            <a:r>
              <a:rPr lang="en-IN" sz="1200" dirty="0">
                <a:latin typeface="Times New Roman" panose="02020603050405020304" pitchFamily="18" charset="0"/>
                <a:cs typeface="Times New Roman" panose="02020603050405020304" pitchFamily="18" charset="0"/>
              </a:rPr>
              <a:t>BATCH NO-15</a:t>
            </a:r>
          </a:p>
          <a:p>
            <a:r>
              <a:rPr lang="en-IN" sz="1200" dirty="0">
                <a:latin typeface="Times New Roman" panose="02020603050405020304" pitchFamily="18" charset="0"/>
                <a:cs typeface="Times New Roman" panose="02020603050405020304" pitchFamily="18" charset="0"/>
              </a:rPr>
              <a:t>TEAM LEAD-RC.SHARAN SAI</a:t>
            </a:r>
          </a:p>
          <a:p>
            <a:r>
              <a:rPr lang="en-IN" sz="1200" dirty="0">
                <a:latin typeface="Times New Roman" panose="02020603050405020304" pitchFamily="18" charset="0"/>
                <a:cs typeface="Times New Roman" panose="02020603050405020304" pitchFamily="18" charset="0"/>
              </a:rPr>
              <a:t>2520030128</a:t>
            </a:r>
          </a:p>
          <a:p>
            <a:r>
              <a:rPr lang="en-IN" sz="1200" dirty="0">
                <a:latin typeface="Times New Roman" panose="02020603050405020304" pitchFamily="18" charset="0"/>
                <a:cs typeface="Times New Roman" panose="02020603050405020304" pitchFamily="18" charset="0"/>
              </a:rPr>
              <a:t>TEAM MEMBER-T.ABHINAV</a:t>
            </a:r>
          </a:p>
          <a:p>
            <a:r>
              <a:rPr lang="en-IN" sz="1200" dirty="0">
                <a:latin typeface="Times New Roman" panose="02020603050405020304" pitchFamily="18" charset="0"/>
                <a:cs typeface="Times New Roman" panose="02020603050405020304" pitchFamily="18" charset="0"/>
              </a:rPr>
              <a:t>2520030075</a:t>
            </a:r>
          </a:p>
        </p:txBody>
      </p:sp>
    </p:spTree>
    <p:extLst>
      <p:ext uri="{BB962C8B-B14F-4D97-AF65-F5344CB8AC3E}">
        <p14:creationId xmlns:p14="http://schemas.microsoft.com/office/powerpoint/2010/main" val="2958651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CED18-9D02-1E49-D761-647B45E0BCB2}"/>
              </a:ext>
            </a:extLst>
          </p:cNvPr>
          <p:cNvSpPr>
            <a:spLocks noGrp="1"/>
          </p:cNvSpPr>
          <p:nvPr>
            <p:ph type="title"/>
          </p:nvPr>
        </p:nvSpPr>
        <p:spPr/>
        <p:txBody>
          <a:bodyPr/>
          <a:lstStyle/>
          <a:p>
            <a:r>
              <a:rPr lang="en-IN" dirty="0"/>
              <a:t>Abstract</a:t>
            </a:r>
          </a:p>
        </p:txBody>
      </p:sp>
      <p:sp>
        <p:nvSpPr>
          <p:cNvPr id="5" name="Rectangle 2">
            <a:extLst>
              <a:ext uri="{FF2B5EF4-FFF2-40B4-BE49-F238E27FC236}">
                <a16:creationId xmlns:a16="http://schemas.microsoft.com/office/drawing/2014/main" id="{0089A818-57AE-837B-E629-197AB0C7104F}"/>
              </a:ext>
            </a:extLst>
          </p:cNvPr>
          <p:cNvSpPr>
            <a:spLocks noGrp="1" noChangeArrowheads="1"/>
          </p:cNvSpPr>
          <p:nvPr>
            <p:ph idx="1"/>
          </p:nvPr>
        </p:nvSpPr>
        <p:spPr bwMode="auto">
          <a:xfrm>
            <a:off x="661367" y="2373233"/>
            <a:ext cx="1023384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Pharmacy Inventory Management System</a:t>
            </a:r>
            <a:r>
              <a:rPr kumimoji="0" lang="en-US" altLang="en-US" sz="1800" b="0" i="0" u="none" strike="noStrike" cap="none" normalizeH="0" baseline="0" dirty="0">
                <a:ln>
                  <a:noFill/>
                </a:ln>
                <a:solidFill>
                  <a:schemeClr val="tx1"/>
                </a:solidFill>
                <a:effectLst/>
                <a:latin typeface="Arial" panose="020B0604020202020204" pitchFamily="34" charset="0"/>
              </a:rPr>
              <a:t> is a web-based solution designed to efficiently manage drug stock, monitor expiry dates, and automate pharmacy operations. Built using modern front-end technologies and component-based architecture, the system ensures a scalable, responsive, and user-friendly interface.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It utilizes JavaScript (ES6+) concepts such as modular design, asynchronous data handling, and efficient state management to provide real-time updates and smooth user interactions. Key features include inventory tracking, supplier management, reorder alerts, and API-based data integration.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also focuses on performance optimization, usability, and reliability, making it suitable for real-world deployment. Overall, it enhances accuracy, reduces manual effort, and improves the efficiency of pharmacy management processes.</a:t>
            </a:r>
          </a:p>
        </p:txBody>
      </p:sp>
    </p:spTree>
    <p:extLst>
      <p:ext uri="{BB962C8B-B14F-4D97-AF65-F5344CB8AC3E}">
        <p14:creationId xmlns:p14="http://schemas.microsoft.com/office/powerpoint/2010/main" val="3939812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1D3CA-6A1D-FE6E-0ADB-5B6E150C93BA}"/>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5A3BFA6B-D7FF-C114-6DF6-BB1BD633A5B8}"/>
              </a:ext>
            </a:extLst>
          </p:cNvPr>
          <p:cNvSpPr>
            <a:spLocks noGrp="1"/>
          </p:cNvSpPr>
          <p:nvPr>
            <p:ph idx="1"/>
          </p:nvPr>
        </p:nvSpPr>
        <p:spPr/>
        <p:txBody>
          <a:bodyPr/>
          <a:lstStyle/>
          <a:p>
            <a:pPr marL="0" indent="0">
              <a:buNone/>
            </a:pPr>
            <a:r>
              <a:rPr lang="en-US" dirty="0"/>
              <a:t>The Pharmacy Inventory Management System is a web-based application developed to automate and simplify pharmacy operations such as medicine stock management, expiry tracking, supplier handling, reorder alerts, and dispensing records. Traditional manual methods often lead to errors, stock shortages, and difficulties in monitoring expired medicines, reducing overall efficiency. This project uses modern front-end development frameworks and UI engineering concepts to create a responsive, scalable, and user-friendly system with features like barcode lookup, real-time inventory updates, notifications, analytics dashboards, and report generation. The system aims to improve accuracy, reduce manual work, and enhance the overall management of pharmacy inventory processes.</a:t>
            </a:r>
            <a:endParaRPr lang="en-IN" dirty="0"/>
          </a:p>
        </p:txBody>
      </p:sp>
    </p:spTree>
    <p:extLst>
      <p:ext uri="{BB962C8B-B14F-4D97-AF65-F5344CB8AC3E}">
        <p14:creationId xmlns:p14="http://schemas.microsoft.com/office/powerpoint/2010/main" val="18558833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{7D610E2B-895E-4502-B517-1B30F8EFCB20}TF2ec419c9-97c3-4958-b02a-0886397d33afcfe10e4b-d68909c4b1b0</Template>
  <TotalTime>127</TotalTime>
  <Words>270</Words>
  <Application>Microsoft Office PowerPoint</Application>
  <PresentationFormat>Widescreen</PresentationFormat>
  <Paragraphs>13</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Rockwell</vt:lpstr>
      <vt:lpstr>Rockwell Condensed</vt:lpstr>
      <vt:lpstr>Times New Roman</vt:lpstr>
      <vt:lpstr>Wingdings</vt:lpstr>
      <vt:lpstr>Wood Type</vt:lpstr>
      <vt:lpstr>Pharmacy Inventory Management</vt:lpstr>
      <vt:lpstr>Abstract</vt:lpstr>
      <vt:lpstr>PROBLEM STATEMENT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Thyarla abhinav</dc:creator>
  <cp:lastModifiedBy>Thyarla abhinav</cp:lastModifiedBy>
  <cp:revision>1</cp:revision>
  <dcterms:created xsi:type="dcterms:W3CDTF">2026-05-02T05:09:35Z</dcterms:created>
  <dcterms:modified xsi:type="dcterms:W3CDTF">2026-05-08T09:06:40Z</dcterms:modified>
</cp:coreProperties>
</file>